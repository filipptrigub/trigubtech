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C200"/>
    <a:srgbClr val="D6A300"/>
    <a:srgbClr val="F6BB00"/>
    <a:srgbClr val="2B2C30"/>
    <a:srgbClr val="3B3C3E"/>
    <a:srgbClr val="ECF2E9"/>
    <a:srgbClr val="7E7F80"/>
    <a:srgbClr val="808082"/>
    <a:srgbClr val="7F7F81"/>
    <a:srgbClr val="A1A1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0F434-52BA-9790-9B08-C20BDFA9E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DED31-3313-9C5D-557E-7CECD7EB31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7D0D0-8639-A928-5419-42B5D001B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DAF5A-1CAB-488B-BBAB-DF59CC324A32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D0916-C344-9EC5-82A2-58FBF07ED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54024-0EF3-0310-1C2E-0878712F3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71EB-B9AA-4E57-964F-167876476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32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6E91A-57E3-BA79-2CEB-C3BF1BC00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F7C70-4EE8-00A7-DEE9-9E71D098A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1F38D-B982-73BA-211A-C53F54458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DAF5A-1CAB-488B-BBAB-DF59CC324A32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DF0EF-0A31-6B18-DBEF-D5CEF2F9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F413D-91C9-3AFD-4D70-EA190DD06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71EB-B9AA-4E57-964F-167876476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37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96E52-B868-728A-FA0E-821E94E4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EBD13-702F-72AC-85E2-D40CA975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4D915-2D07-49E3-BB0B-F10CE711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DAF5A-1CAB-488B-BBAB-DF59CC324A32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0DE2E-2F41-AD3C-D2DE-ACDBB1323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966E2-22F4-4790-4B91-C4CC3A77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71EB-B9AA-4E57-964F-167876476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28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8E20B-971E-5C79-1A82-C9192AAED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09EBC-0D54-624E-1F4E-6707F33D6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81FA58-D0E9-F554-99C5-005F219B2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2B0DE-C025-B834-CE9F-42D3220D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DAF5A-1CAB-488B-BBAB-DF59CC324A32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64B86-62C6-0A13-8019-5DB9E0051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10CB2-E55B-0148-E167-30EEC5C9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71EB-B9AA-4E57-964F-167876476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92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80872-85D0-D81F-B4A2-F58BE7B71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CCDDA-FAE0-473B-5469-A68906443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7A209-9668-5F9C-85E0-FB1FE01AE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E0421E-6E1F-5ECE-E62C-7648275D4D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3105A3-3A21-4BFC-6439-73A4F87A02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94F7F5-6D88-2BE7-AA71-B03C4D1D1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DAF5A-1CAB-488B-BBAB-DF59CC324A32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5C720A-52B9-056E-8B71-DB9E08C74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B5F2B4-9A82-15FC-6F92-521627A2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71EB-B9AA-4E57-964F-167876476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2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898EE-2C08-3971-B260-656B70B73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AC938B-B5BC-81EC-BDFA-E9270E07D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DAF5A-1CAB-488B-BBAB-DF59CC324A32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D5C465-0DB8-EBB3-0B9A-048E2D6A4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C7AC56-94BB-1497-3154-70BDF4FA9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71EB-B9AA-4E57-964F-167876476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99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0E01-58E7-947D-5F16-788C3BF90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DAF5A-1CAB-488B-BBAB-DF59CC324A32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079542-6A6F-643F-D8A6-F245FD56B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31FCB-3F29-2933-907D-544D8FA90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71EB-B9AA-4E57-964F-167876476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ACA72-4597-D5A6-6119-C15662BE1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C7C7D-45D9-4D1F-50DE-D1E61C898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C3ACF-4378-68D7-737A-D1A354AEB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19DD9-691E-C87A-6E15-239C5A9C6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DAF5A-1CAB-488B-BBAB-DF59CC324A32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D49EE-6BC8-BC10-19AA-A5135A52D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23205-BE60-B20B-5305-B3E423858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71EB-B9AA-4E57-964F-167876476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059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29AD1-1535-6E09-2CCA-CA893E45C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48119C-AD09-C1C5-153C-9133B3322B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2CC55-D766-0967-93B9-ABC8E2AAA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335DF-A29A-4DB2-B6AC-C451A0505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DAF5A-1CAB-488B-BBAB-DF59CC324A32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CD5CC-AEF7-07C4-1969-C3A4DD9A3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1D747-9308-9356-8F8F-05C2AF92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71EB-B9AA-4E57-964F-167876476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332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FDBD4-DB74-D8D5-57B4-6C6BBC272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34E5B0-9B1F-D98E-EA37-7E46516BA8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A4239-34D0-962B-23B6-1D7B42C7D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DAF5A-1CAB-488B-BBAB-DF59CC324A32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79E37-A960-18B3-2AE0-AFB8B3B56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76628-6EDA-5A27-907F-A95828529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71EB-B9AA-4E57-964F-167876476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104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63A966-9808-8C32-688C-6BC7D87687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2F592-969D-C51F-2518-FD67C0112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0BC4F-65BB-3A35-AE06-392A18146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DAF5A-1CAB-488B-BBAB-DF59CC324A32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5083-3FA9-4E21-DD5C-9664CB7B7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AE43D-FDCA-6D41-DC70-9E9AD75F3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71EB-B9AA-4E57-964F-167876476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073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3616E5-EB2C-0572-D72E-561588EEC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3D1FF-92E3-62F7-7D11-49BFDDF72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63B5D-FF6B-C168-9E1D-E406B9765C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DAF5A-1CAB-488B-BBAB-DF59CC324A32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F5B14-5E80-123C-CB50-DFE3D0C114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1DF5B-6332-E22F-136E-95889EC2D1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071EB-B9AA-4E57-964F-167876476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58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in a suit and tie&#10;&#10;Description automatically generated">
            <a:extLst>
              <a:ext uri="{FF2B5EF4-FFF2-40B4-BE49-F238E27FC236}">
                <a16:creationId xmlns:a16="http://schemas.microsoft.com/office/drawing/2014/main" id="{CFBBF3DC-5631-3B24-6206-196AEE15E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9" y="0"/>
            <a:ext cx="10287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71C2A4E-65DB-2410-95C3-E4F36F90C6F0}"/>
              </a:ext>
            </a:extLst>
          </p:cNvPr>
          <p:cNvSpPr/>
          <p:nvPr/>
        </p:nvSpPr>
        <p:spPr>
          <a:xfrm>
            <a:off x="10278921" y="0"/>
            <a:ext cx="1913080" cy="6858000"/>
          </a:xfrm>
          <a:prstGeom prst="rect">
            <a:avLst/>
          </a:prstGeom>
          <a:solidFill>
            <a:srgbClr val="FEC2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50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Filipp Trigub</dc:creator>
  <cp:lastModifiedBy>Filipp Trigub</cp:lastModifiedBy>
  <cp:revision>3</cp:revision>
  <dcterms:created xsi:type="dcterms:W3CDTF">2023-08-28T10:00:20Z</dcterms:created>
  <dcterms:modified xsi:type="dcterms:W3CDTF">2023-08-28T10:15:36Z</dcterms:modified>
</cp:coreProperties>
</file>